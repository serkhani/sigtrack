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0C58640-C3D1-44D6-8D69-606AF6380DCE}">
          <p14:sldIdLst>
            <p14:sldId id="256"/>
            <p14:sldId id="257"/>
            <p14:sldId id="261"/>
            <p14:sldId id="258"/>
            <p14:sldId id="259"/>
            <p14:sldId id="260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500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38679-66F0-D69D-ADBB-6DA1DF6AB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47E08-26E0-4E3F-5CBF-672E85B50B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D167A-6313-A503-B85B-286A211F8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AB6A-0979-44FD-A270-5701C7E520F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98EC41-264C-CA41-61B7-C01D59B82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3DA97-54F6-EFA9-27A7-FA8320759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EE62-BBC5-4D84-9B5A-44BDD893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68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BCAF2-6C7F-7E46-7F11-75C439F69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5F4B4-EA16-CD03-A86F-2303B8C47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E1D20-4995-F9B9-C734-242946D75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AB6A-0979-44FD-A270-5701C7E520F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E0F90-796F-D918-ACC6-F61D89AF2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5621E-1593-22F9-60E4-74829B86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EE62-BBC5-4D84-9B5A-44BDD893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03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71FC5-1610-BD47-50B6-DDAD43DF4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76FD0-7044-3EB8-3373-C98C600CF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7E0AC-885F-A1ED-69EA-9ED2D3FA4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AB6A-0979-44FD-A270-5701C7E520F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946AD-B9C4-18D1-2238-B114EFCF6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E7AD1-5438-4D0B-C723-736B672B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EE62-BBC5-4D84-9B5A-44BDD893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34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CAF58-9C4E-F115-BA9A-22BDE9750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8EC9F-8534-752E-B510-81D0E01EF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504773-7155-836B-240A-AAE8E76FB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AF570-8307-6026-1748-0D8139A86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AB6A-0979-44FD-A270-5701C7E520F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45B98-5239-27B0-2AD8-F30969086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CB158-D6C6-DCED-02B0-E0FAB9C09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EE62-BBC5-4D84-9B5A-44BDD893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00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A1A40-A892-37C6-A14E-3392A01F5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78F14-B79F-1990-627A-79DB81432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A5551-0647-7F48-911F-B055B5236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ADFDA3-AD13-7F67-DFEF-659A9F93ED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9B099F-2EE6-F2F2-B146-38CB0FB11A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C34C8-9509-65A7-9CD3-C23D4C99D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AB6A-0979-44FD-A270-5701C7E520F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CE5328-F2D7-859B-F15C-1F24CF1F9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64649E-87E0-45A8-E43F-2D19AC219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EE62-BBC5-4D84-9B5A-44BDD893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19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529E9-C8CD-F1A5-4095-D8BBF757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E7FBE2-229D-838C-AB2D-ECECDE103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AB6A-0979-44FD-A270-5701C7E520F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879639-2BE6-0B4F-4529-89D11B144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6EBE1-D954-8D70-D368-32525BEFC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EE62-BBC5-4D84-9B5A-44BDD893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67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BC7989-64F5-D98E-D740-32F9A83E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AB6A-0979-44FD-A270-5701C7E520F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144BF5-81A1-5B9D-8BD1-741DB179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E4487-A664-95C3-67B4-7B01AD8CA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EE62-BBC5-4D84-9B5A-44BDD893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50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23CD-430B-E8F5-3C1A-1238FD9B2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7598F-B41E-683C-DB5E-9A34248B6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08050-7D36-D923-94B6-84B14CE23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A2022-EB06-397A-6BE8-BE526F3A1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AB6A-0979-44FD-A270-5701C7E520F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C7EF3-AD58-9648-F92E-C61BE9836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B4D94-FD40-FDCE-8592-B119F5839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EE62-BBC5-4D84-9B5A-44BDD893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9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EF502-8879-7716-CC3D-88926C988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8FA061-BEC5-3B84-F1A3-A7814A17EC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6A998A-ABB0-D630-6CF4-E63FFA8FB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33FA1-203A-7DE1-4BAA-892EC68DE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AB6A-0979-44FD-A270-5701C7E520F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FA625-F9ED-9C95-C8B2-721A7375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03257-A1FF-9366-EFC6-EA40A1992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EE62-BBC5-4D84-9B5A-44BDD893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95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6BF42-F89C-6AAD-BBC1-9EBF43143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9F175A-C75D-C570-D1E8-CF9F52B11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5C4B6-B256-C318-4935-F90C4A2CD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AB6A-0979-44FD-A270-5701C7E520F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AA209-705C-0D77-6766-43069B1D8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B8624-D5FA-C4AA-7672-8D00E6EE8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EE62-BBC5-4D84-9B5A-44BDD893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12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11A852-3FC2-A309-5253-AD317E66D2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2B1A43-23EB-85DC-6D82-3432EC812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83EB7-55CD-7B9F-7C2E-0797F8A60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AB6A-0979-44FD-A270-5701C7E520F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E3C3D-2D31-3560-304A-353E7DE9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5F98-239D-1B53-B8EB-560CD8CA0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EE62-BBC5-4D84-9B5A-44BDD893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25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D1C959-DB8C-19CF-59C7-FC8AB3337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AB47D-0004-5EF4-8D99-3442C47A6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DD288-04BA-6A23-DE65-A35BB71656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4AB6A-0979-44FD-A270-5701C7E520F0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736B8-9E43-E324-85BD-11D2F90157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47981-669D-CFDB-4EA4-A19C595C9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BEE62-BBC5-4D84-9B5A-44BDD8938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89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53A05A-60B9-90AB-6350-6EA3D368C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err="1">
                <a:solidFill>
                  <a:schemeClr val="accent5">
                    <a:lumMod val="50000"/>
                  </a:schemeClr>
                </a:solidFill>
                <a:latin typeface="Segoe Print" panose="02000600000000000000" pitchFamily="2" charset="0"/>
              </a:rPr>
              <a:t>SigTrack</a:t>
            </a:r>
            <a:endParaRPr lang="en-US" sz="6000" b="1" dirty="0">
              <a:solidFill>
                <a:schemeClr val="accent5">
                  <a:lumMod val="50000"/>
                </a:schemeClr>
              </a:solidFill>
              <a:latin typeface="Segoe Print" panose="02000600000000000000" pitchFamily="2" charset="0"/>
            </a:endParaRPr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0119EA26-77B8-8744-25E9-120FA386CF0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2" t="11111" r="43679" b="8056"/>
          <a:stretch/>
        </p:blipFill>
        <p:spPr>
          <a:xfrm>
            <a:off x="5676901" y="0"/>
            <a:ext cx="6515100" cy="6858000"/>
          </a:xfr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3BEA4B8-CDA7-80F0-8236-2080EF612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4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Overview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SigTrack</a:t>
            </a:r>
            <a:r>
              <a:rPr lang="en-US" sz="2000" dirty="0"/>
              <a:t> origin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Where we are now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Future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4144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DB88122E-9161-0610-15BF-93D4FFA4591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5" t="-1" r="433" b="71139"/>
          <a:stretch/>
        </p:blipFill>
        <p:spPr>
          <a:xfrm>
            <a:off x="120505" y="228599"/>
            <a:ext cx="11918698" cy="4419601"/>
          </a:xfr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4FE8C83-3B75-99E1-68C5-C8427FB92601}"/>
              </a:ext>
            </a:extLst>
          </p:cNvPr>
          <p:cNvSpPr/>
          <p:nvPr/>
        </p:nvSpPr>
        <p:spPr>
          <a:xfrm>
            <a:off x="9148763" y="228600"/>
            <a:ext cx="2381250" cy="241935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BB36D9-984C-DB96-794E-81E17FD6C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697" y="609945"/>
            <a:ext cx="1575382" cy="165666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E6AB157-C119-BF11-A9DE-50DCE9A811B8}"/>
              </a:ext>
            </a:extLst>
          </p:cNvPr>
          <p:cNvSpPr txBox="1"/>
          <p:nvPr/>
        </p:nvSpPr>
        <p:spPr>
          <a:xfrm>
            <a:off x="876300" y="4800600"/>
            <a:ext cx="106537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haroni" panose="02010803020104030203" pitchFamily="2" charset="-79"/>
                <a:cs typeface="Aharoni" panose="02010803020104030203" pitchFamily="2" charset="-79"/>
              </a:rPr>
              <a:t>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cs typeface="Aharoni" panose="02010803020104030203" pitchFamily="2" charset="-79"/>
              </a:rPr>
              <a:t>Broomin</a:t>
            </a:r>
            <a:r>
              <a:rPr lang="en-US" sz="1600" dirty="0">
                <a:cs typeface="Aharoni" panose="02010803020104030203" pitchFamily="2" charset="-79"/>
              </a:rPr>
              <a:t>, work-study</a:t>
            </a:r>
            <a:endParaRPr lang="en-US" sz="16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Soko</a:t>
            </a:r>
            <a:r>
              <a:rPr lang="en-US" dirty="0"/>
              <a:t> Aerial Robotics, internship</a:t>
            </a:r>
          </a:p>
        </p:txBody>
      </p:sp>
    </p:spTree>
    <p:extLst>
      <p:ext uri="{BB962C8B-B14F-4D97-AF65-F5344CB8AC3E}">
        <p14:creationId xmlns:p14="http://schemas.microsoft.com/office/powerpoint/2010/main" val="2886904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BE17494-CCB3-088C-3049-1A3C0757711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8" r="7748"/>
          <a:stretch>
            <a:fillRect/>
          </a:stretch>
        </p:blipFill>
        <p:spPr>
          <a:xfrm>
            <a:off x="0" y="0"/>
            <a:ext cx="12192000" cy="699135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586A63-7111-AD97-8CED-982FD235BA34}"/>
              </a:ext>
            </a:extLst>
          </p:cNvPr>
          <p:cNvSpPr txBox="1"/>
          <p:nvPr/>
        </p:nvSpPr>
        <p:spPr>
          <a:xfrm>
            <a:off x="1162050" y="1771650"/>
            <a:ext cx="68008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latin typeface="Cooper Black" panose="0208090404030B020404" pitchFamily="18" charset="0"/>
              </a:rPr>
              <a:t>So </a:t>
            </a:r>
            <a:r>
              <a:rPr lang="en-US" sz="9600" b="1" dirty="0" err="1">
                <a:latin typeface="Cooper Black" panose="0208090404030B020404" pitchFamily="18" charset="0"/>
              </a:rPr>
              <a:t>SigTrack</a:t>
            </a:r>
            <a:endParaRPr lang="en-US" sz="9600" b="1" dirty="0"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00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EAEEB9-763A-A30F-C055-B5C3E6A76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48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925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59F982-DA94-BD82-3524-D01E3E071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7E5CE79-7A2A-4431-3903-C47829C1507F}"/>
              </a:ext>
            </a:extLst>
          </p:cNvPr>
          <p:cNvSpPr/>
          <p:nvPr/>
        </p:nvSpPr>
        <p:spPr>
          <a:xfrm>
            <a:off x="5162550" y="2533650"/>
            <a:ext cx="2419350" cy="25146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36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BEE969-9E1E-B0D3-19A7-5725F37F2F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688"/>
          <a:stretch/>
        </p:blipFill>
        <p:spPr>
          <a:xfrm>
            <a:off x="0" y="24320"/>
            <a:ext cx="9791700" cy="683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48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4C41E1-C335-22B2-EBB9-C2F978A41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467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Aharoni</vt:lpstr>
      <vt:lpstr>Arial</vt:lpstr>
      <vt:lpstr>Calibri</vt:lpstr>
      <vt:lpstr>Calibri Light</vt:lpstr>
      <vt:lpstr>Cooper Black</vt:lpstr>
      <vt:lpstr>Segoe Print</vt:lpstr>
      <vt:lpstr>Office Theme</vt:lpstr>
      <vt:lpstr>SigTrack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SigTrack</dc:title>
  <dc:creator>Claudia</dc:creator>
  <cp:lastModifiedBy>Claudia</cp:lastModifiedBy>
  <cp:revision>1</cp:revision>
  <dcterms:created xsi:type="dcterms:W3CDTF">2022-11-24T21:02:23Z</dcterms:created>
  <dcterms:modified xsi:type="dcterms:W3CDTF">2022-11-24T21:15:44Z</dcterms:modified>
</cp:coreProperties>
</file>